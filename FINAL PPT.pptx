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74" r:id="rId2"/>
    <p:sldId id="256" r:id="rId3"/>
    <p:sldId id="258" r:id="rId4"/>
    <p:sldId id="257" r:id="rId5"/>
    <p:sldId id="259" r:id="rId6"/>
    <p:sldId id="260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1" r:id="rId17"/>
    <p:sldId id="277" r:id="rId18"/>
    <p:sldId id="270" r:id="rId19"/>
    <p:sldId id="272" r:id="rId20"/>
    <p:sldId id="276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1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7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0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9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8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4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33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47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6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7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53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82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505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224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82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63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881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4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686887-3EE1-44F2-A6F0-8AB56AF039B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EBAB19-8F51-4A09-80A2-56F31861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ropbox.com/topics/work-culture/-the-mind-at-work--guido-van-rossum-on-how-python-makes-thinking" TargetMode="External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E4E4-36D5-BB22-C37F-02A0419D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522515"/>
            <a:ext cx="10018713" cy="4027714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INSTITUTE OF ENGINEERING AND TECHNOLOGY</a:t>
            </a:r>
            <a:b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(UGC-Autonomous)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 OF  TECHNOLOGY</a:t>
            </a:r>
            <a:b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b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COMPUTER SCIENCE AND ENGINEERING</a:t>
            </a:r>
            <a:br>
              <a:rPr lang="en-IN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3"/>
                </a:solidFill>
              </a:rPr>
              <a:t> </a:t>
            </a:r>
            <a:br>
              <a:rPr lang="en-IN" sz="2000" dirty="0">
                <a:solidFill>
                  <a:srgbClr val="00B05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E97EA-9D7A-2D65-84CC-32FACD631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8662" y="4136522"/>
            <a:ext cx="7850460" cy="269970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 LAKSHMI BOKKA(226N1A0512)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0D072A49-1932-821A-7296-68976349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683" y="2536372"/>
            <a:ext cx="1867967" cy="155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DC221D6-7D7F-1CC5-1449-0AE006D7618D}"/>
              </a:ext>
            </a:extLst>
          </p:cNvPr>
          <p:cNvSpPr txBox="1">
            <a:spLocks/>
          </p:cNvSpPr>
          <p:nvPr/>
        </p:nvSpPr>
        <p:spPr>
          <a:xfrm>
            <a:off x="6662056" y="4985657"/>
            <a:ext cx="6074231" cy="1850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BB3397A-9C16-CF6E-D41F-A8BD82E375A6}"/>
              </a:ext>
            </a:extLst>
          </p:cNvPr>
          <p:cNvSpPr txBox="1">
            <a:spLocks/>
          </p:cNvSpPr>
          <p:nvPr/>
        </p:nvSpPr>
        <p:spPr>
          <a:xfrm>
            <a:off x="5529945" y="4767944"/>
            <a:ext cx="4550226" cy="1567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90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82992-C1F7-3634-0EA9-97040904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747" y="3946359"/>
            <a:ext cx="5534527" cy="2707104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Bokka Hema Lakshmi</a:t>
            </a:r>
            <a:b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  : Computer Science Engineering</a:t>
            </a:r>
            <a:b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         : 10 weeks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0ABB30DE-826A-3E0E-3B35-578FCFF31B86}"/>
              </a:ext>
            </a:extLst>
          </p:cNvPr>
          <p:cNvSpPr/>
          <p:nvPr/>
        </p:nvSpPr>
        <p:spPr>
          <a:xfrm>
            <a:off x="6641432" y="4752474"/>
            <a:ext cx="5450305" cy="1852863"/>
          </a:xfrm>
          <a:prstGeom prst="snip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ADFAA3E0-2211-0F61-5B86-BBE7265F2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27914" cy="102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50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D07BC2-68A8-55B7-6C15-C9B6B8C1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558" y="685800"/>
            <a:ext cx="2177716" cy="72189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Contents: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B53B0-16B6-1C27-A0A8-A6290240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58" y="1451810"/>
            <a:ext cx="10018713" cy="472039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full Stack?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Full-Stack Flow (Request-Response Cycle)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Front-End (The Client-Side)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Technologies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Role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of front-end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Back-End (The Server-Side)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Technologies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Front-End &amp; Back-End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Frameworks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 OUTCOMES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BDF9B8C3-AF67-A39F-F23A-478EE4F8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175656" cy="97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17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2AC5-AFE6-07EC-F564-FE2B335A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24" y="571501"/>
            <a:ext cx="5248276" cy="685799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4000" dirty="0"/>
              <a:t> to </a:t>
            </a:r>
            <a:r>
              <a:rPr lang="en-US" sz="4000" b="1" dirty="0">
                <a:solidFill>
                  <a:schemeClr val="accent1"/>
                </a:solidFill>
              </a:rPr>
              <a:t>python</a:t>
            </a:r>
            <a:r>
              <a:rPr lang="en-US" sz="4000" dirty="0">
                <a:solidFill>
                  <a:schemeClr val="accent1"/>
                </a:solidFill>
              </a:rPr>
              <a:t> </a:t>
            </a:r>
            <a:r>
              <a:rPr lang="en-US" sz="4000" dirty="0"/>
              <a:t>   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05458-6331-320A-9960-D9F2C7FF54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115" r="14115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B27827-2339-5D0D-0139-CB5FC48EF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22424" y="1257300"/>
            <a:ext cx="5426158" cy="4330700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computer programming language.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 a high-level, general-purpose programming language.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Guido van Rossum.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of Development: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1989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versatile programming language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 wide range of applications.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D525BEC9-BF2B-42D6-073C-2ECDFF4B3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03767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6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ED5A-2BDD-8584-3484-8B5B1236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24" y="431799"/>
            <a:ext cx="4435476" cy="1371600"/>
          </a:xfrm>
        </p:spPr>
        <p:txBody>
          <a:bodyPr>
            <a:normAutofit/>
          </a:bodyPr>
          <a:lstStyle/>
          <a:p>
            <a:r>
              <a:rPr lang="en-US" sz="4000" b="1" dirty="0"/>
              <a:t>What is full Stack?</a:t>
            </a:r>
            <a:endParaRPr lang="en-IN" sz="4000" b="1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EB6C5EA8-5ABE-5ED1-3E5C-29F9CF8DBD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9" t="18333" r="10399" b="18730"/>
          <a:stretch>
            <a:fillRect/>
          </a:stretch>
        </p:blipFill>
        <p:spPr>
          <a:xfrm>
            <a:off x="7881257" y="1955800"/>
            <a:ext cx="3875314" cy="28774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FD09C-B7A2-BBCD-4FF4-DE73E3573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4" y="1955800"/>
            <a:ext cx="6111958" cy="4229100"/>
          </a:xfrm>
        </p:spPr>
        <p:txBody>
          <a:bodyPr>
            <a:normAutofit fontScale="92500" lnSpcReduction="10000"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develop and manage both the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"front-end"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"back-end"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software application or website(in simple terms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Everything a user sees and interacts with directly(in simple terms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– user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part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handles the logic, data storage, and server operations.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Developers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 stack developer is a software engineer who can work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both the front-end and back-end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application.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and JavaScript.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IN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Java, Ruby, or PHP, and frameworks like Django, Spring, or Node.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E82C0CA7-1FFF-745B-932E-9F20EC76F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18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F55B-6C74-6CBE-4606-5518DF44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4" y="1"/>
            <a:ext cx="5960492" cy="114299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Full-Stack Flow (Request-Response Cycle)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482262C5-AEF8-E0BF-191B-524E3400DC0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5" r="14115"/>
          <a:stretch>
            <a:fillRect/>
          </a:stretch>
        </p:blipFill>
        <p:spPr>
          <a:xfrm>
            <a:off x="8120680" y="1143000"/>
            <a:ext cx="3280974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62E05-0818-6DB5-07C9-29FAE7C25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4" y="1146630"/>
            <a:ext cx="6296933" cy="5551712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interacts with the UI (e.g., clicks "Login," submits a form, or clicks "Buy").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Sent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API call (like an HTTP request) to the server.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Logic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receives the request, verifies the user's identity and runs the necessary logic.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Query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code sends a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command) to the Database to save, retrieve, or update the required data.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Response: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organizes the data, formats it into a standard package (usually JSON), and sends a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 to the browser.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Response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executes the query and sends the raw result (the data) back to the Back-End.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Update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receives the final response and updates the visible part of the web page to reflect the new data (e.g., shows the user is logged in, displays a new comment, or loads product details.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8B73D5BF-A2EF-AC87-2898-F5701F65B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74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1B8E6-6FD5-7222-2A6E-0E06E144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1" y="152400"/>
            <a:ext cx="6025356" cy="157480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</a:rPr>
              <a:t>           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Front-End (The Client-Side)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4C0297-1BAE-8CF1-7569-7B17113D1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24001"/>
            <a:ext cx="9907590" cy="42799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is everything the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sees and interacts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on a website or app. It runs entirely inside the user's browser.</a:t>
            </a:r>
          </a:p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the look and feel—the buttons, text boxes, images, and overall design.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Interactivity: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all the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actions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like drop-down menus opening, buttons changing color when you hover over them, and instant error messages.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Client                       User Interface                        sends  request  to Back-end</a:t>
            </a:r>
          </a:p>
          <a:p>
            <a:pPr marL="0" indent="0" algn="just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receives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Back-End and translates it using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visually render the final, understandable content for the user.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4E9A9F1-51F6-C2F4-89B6-294D3742F0F5}"/>
              </a:ext>
            </a:extLst>
          </p:cNvPr>
          <p:cNvSpPr/>
          <p:nvPr/>
        </p:nvSpPr>
        <p:spPr>
          <a:xfrm>
            <a:off x="3718234" y="3890010"/>
            <a:ext cx="787400" cy="368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7CC425C-E8DA-FFCE-8920-DE3CFC403444}"/>
              </a:ext>
            </a:extLst>
          </p:cNvPr>
          <p:cNvSpPr/>
          <p:nvPr/>
        </p:nvSpPr>
        <p:spPr>
          <a:xfrm>
            <a:off x="6438106" y="3890010"/>
            <a:ext cx="787400" cy="368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1E7C0F33-4BCC-9CC6-C444-6587DFCA5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86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42A2-3EC9-2CB5-7FB2-EDB4DDDB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344" y="254001"/>
            <a:ext cx="4424056" cy="91439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     Front-End Technologies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D5CDC-CC95-37F3-CD7E-5A95BF85E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6344" y="1371600"/>
            <a:ext cx="6056006" cy="5232400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Front-End Technologies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content (like the skeleton of a building).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presentation (like the paint, colors, and layout).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interactivity (like the electricity and moving parts).</a:t>
            </a:r>
          </a:p>
          <a:p>
            <a:pPr algn="just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Frameworks &amp; Libraries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ReactJS: A popular JavaScript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Meta) used to build dynamic, fast user interfaces by breaking the UI into reusable components.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AngularJS: A comprehensive JavaScript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Google) for building large-scale, enterprise-level web applications.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08D108C7-F9AF-99E3-BD13-F8C82D320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B49F6474-2D76-82DF-BDB7-39E4AF4AB9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2" b="2812"/>
          <a:stretch>
            <a:fillRect/>
          </a:stretch>
        </p:blipFill>
        <p:spPr>
          <a:xfrm>
            <a:off x="7334314" y="914400"/>
            <a:ext cx="4811876" cy="4376057"/>
          </a:xfrm>
        </p:spPr>
      </p:pic>
    </p:spTree>
    <p:extLst>
      <p:ext uri="{BB962C8B-B14F-4D97-AF65-F5344CB8AC3E}">
        <p14:creationId xmlns:p14="http://schemas.microsoft.com/office/powerpoint/2010/main" val="22958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F67D-20DB-B8A9-5E49-EAA33CF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190500"/>
            <a:ext cx="3395133" cy="650748"/>
          </a:xfrm>
        </p:spPr>
        <p:txBody>
          <a:bodyPr>
            <a:normAutofit/>
          </a:bodyPr>
          <a:lstStyle/>
          <a:p>
            <a:r>
              <a:rPr lang="en-IN" sz="3200" b="1" dirty="0"/>
              <a:t> 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Front-End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397116-7500-BE9E-6421-FB61577B7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1" y="190500"/>
            <a:ext cx="8552317" cy="6248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Everything: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and CSS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the entire visual interface (the       	look, feel, and layout).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User Action: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all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clicks, taps, and keyboard input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user.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Input: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checks forms for simple errors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talking to the server.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Initiates Communication: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Formats and sends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Back-End when data is needed.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Data: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the raw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Back-End and translates it into readable content.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Updates: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Instantly updates the screen (like a new post loading)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reloading the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068DDAAD-36F0-7D80-9FFE-DFFF8C633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36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48602B-DA4D-AF0A-9908-555A904C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17714"/>
            <a:ext cx="5569632" cy="117565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Flow chart of front-end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B8EF64-4D7C-F9A8-8118-845BF4AC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7258" y="1238931"/>
            <a:ext cx="5334000" cy="57789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CLIENT'S COMPUTER |(User's Device/Browser)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	(Loads HTML, CSS, JS files)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|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(The Website/App  HTML ,CSS , JavaScript )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(User Interaction: Click, Type) |                 			                  (JavaScript captures and         				            validates input)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APPLICATION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(Browser-side Code)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|,Formats API Request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(Sends HTTP Request / API Call)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|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(Back-End Start) |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Request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0AF2344-41F9-2C7B-757E-D4D536D91D0F}"/>
              </a:ext>
            </a:extLst>
          </p:cNvPr>
          <p:cNvSpPr/>
          <p:nvPr/>
        </p:nvSpPr>
        <p:spPr>
          <a:xfrm>
            <a:off x="2898321" y="1238931"/>
            <a:ext cx="457200" cy="6286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8C8899A-7E16-3DDE-0444-F3FEE5374BBD}"/>
              </a:ext>
            </a:extLst>
          </p:cNvPr>
          <p:cNvSpPr/>
          <p:nvPr/>
        </p:nvSpPr>
        <p:spPr>
          <a:xfrm>
            <a:off x="2819400" y="2503714"/>
            <a:ext cx="457200" cy="6286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97E37DC-5BA0-C3F3-9D58-AB3856489F33}"/>
              </a:ext>
            </a:extLst>
          </p:cNvPr>
          <p:cNvSpPr/>
          <p:nvPr/>
        </p:nvSpPr>
        <p:spPr>
          <a:xfrm>
            <a:off x="2819400" y="4319296"/>
            <a:ext cx="457200" cy="6286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0DE4E53-4FF8-FA2C-1569-BD1300022D01}"/>
              </a:ext>
            </a:extLst>
          </p:cNvPr>
          <p:cNvSpPr/>
          <p:nvPr/>
        </p:nvSpPr>
        <p:spPr>
          <a:xfrm>
            <a:off x="2819400" y="5354265"/>
            <a:ext cx="457200" cy="6286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 descr="Best Engineering Colleges in Amalapuram | B Tech &amp; M Tech Colleges">
            <a:extLst>
              <a:ext uri="{FF2B5EF4-FFF2-40B4-BE49-F238E27FC236}">
                <a16:creationId xmlns:a16="http://schemas.microsoft.com/office/drawing/2014/main" id="{1E0D2D6B-D236-90C5-EA95-478B29EEF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14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1703-EBE0-A583-AB96-209AD6B4D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"/>
            <a:ext cx="6111958" cy="99060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(The Server-Side)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F03E7-8A6B-98E3-07F5-4F191F9CA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95" y="1162052"/>
            <a:ext cx="10801255" cy="422909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Back-End is the application's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"brain"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runs on a remote server. It handles data, logic, and security—everything the user doesn't see.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and Rules: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the core functionality lives. It processes requests, verifies user actions, and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the complex rules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application (e.g., calculating prices, filtering results).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communicates directly with 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store, retrieve, and update all critical information (user profiles, product details, posts, etc.).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API(Application Programming Interface):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exposes specific routes or endpoints (the API) that the Front-End uses to make requests and get data. It's 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middleman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and Validate                       Process Logic                  Manage Data (I/O)                  Send Final                           																		                     																					                       	Response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8F4C574-06D0-6F85-FAE7-D5DC653FB916}"/>
              </a:ext>
            </a:extLst>
          </p:cNvPr>
          <p:cNvSpPr/>
          <p:nvPr/>
        </p:nvSpPr>
        <p:spPr>
          <a:xfrm>
            <a:off x="3856079" y="4393287"/>
            <a:ext cx="838200" cy="438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11A1775-6402-621E-2B5E-A4DC569D53D4}"/>
              </a:ext>
            </a:extLst>
          </p:cNvPr>
          <p:cNvSpPr/>
          <p:nvPr/>
        </p:nvSpPr>
        <p:spPr>
          <a:xfrm>
            <a:off x="6602910" y="4393287"/>
            <a:ext cx="838200" cy="438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			             </a:t>
            </a:r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B6DFA8B-9202-40AD-7D76-49455FFA7317}"/>
              </a:ext>
            </a:extLst>
          </p:cNvPr>
          <p:cNvSpPr/>
          <p:nvPr/>
        </p:nvSpPr>
        <p:spPr>
          <a:xfrm>
            <a:off x="9812339" y="4393287"/>
            <a:ext cx="838200" cy="438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Best Engineering Colleges in Amalapuram | B Tech &amp; M Tech Colleges">
            <a:extLst>
              <a:ext uri="{FF2B5EF4-FFF2-40B4-BE49-F238E27FC236}">
                <a16:creationId xmlns:a16="http://schemas.microsoft.com/office/drawing/2014/main" id="{E6DCF795-B98A-D60E-032B-10973BE28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40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2778-E852-2A98-B163-11F95BFE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"/>
            <a:ext cx="6697867" cy="100232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Back-End Technologies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9C5C4-62FE-C2C4-FD88-08DDC6BB5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5624" y="1587246"/>
            <a:ext cx="5426158" cy="4762499"/>
          </a:xfrm>
        </p:spPr>
        <p:txBody>
          <a:bodyPr>
            <a:normAutofit lnSpcReduction="10000"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Server-Side Languages/Runtimes: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Logo. Text: "Uses JavaScript for server-side logic.“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Text: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"Great for data analysis and complex logic (Django/Flask).“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 Text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"Enterprise-level and highly scalable applications (Spring).“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and simple programing language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 (Data Storage):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/PostgreSQL: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logo. Text: "Relational (Structured Data)“.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Logo. Text: "NoSQL (Flexible Document Storage)."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28EE2561-AD0A-BD59-D32F-1E426CB7E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92AFCEDF-5D9D-442C-4C95-DCA13165AE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" r="2029" b="12857"/>
          <a:stretch>
            <a:fillRect/>
          </a:stretch>
        </p:blipFill>
        <p:spPr>
          <a:xfrm>
            <a:off x="7594600" y="1436915"/>
            <a:ext cx="4386385" cy="3984170"/>
          </a:xfrm>
        </p:spPr>
      </p:pic>
    </p:spTree>
    <p:extLst>
      <p:ext uri="{BB962C8B-B14F-4D97-AF65-F5344CB8AC3E}">
        <p14:creationId xmlns:p14="http://schemas.microsoft.com/office/powerpoint/2010/main" val="2340714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98BA4B-E8AD-4CC9-5345-55A603C5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799"/>
            <a:ext cx="3549121" cy="685801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8C20F8-9474-C026-A78A-DE00CC7B2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0" y="1740876"/>
            <a:ext cx="9382981" cy="4747847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Identity: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login, sign-up, and password 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confirms identity or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Permissions 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a user has the </a:t>
            </a:r>
            <a:r>
              <a:rPr lang="en-US" alt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 to perform an action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stopping a regular user from accessing admin settings).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Business Logic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all the complex calculations and core rules of the application (e.g., processing transactions, filtering search results).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Custodian: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</a:t>
            </a:r>
            <a:r>
              <a:rPr lang="en-US" alt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storage and retrieval</a:t>
            </a:r>
            <a:r>
              <a:rPr lang="en-US" alt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critical data (posts, profiles, inventory) in the Database.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the Front-End: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Formats and prepares the requested data into a clean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(JSON)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sends it back to the Front-End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9C681958-B3CD-9376-57F8-100BEF370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24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C19F-6463-195A-43A8-7ED7A12D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177" y="202649"/>
            <a:ext cx="6043491" cy="95238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Front-End &amp; Back-End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EA414-D23E-7816-2430-421AE6433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8508" y="1248508"/>
            <a:ext cx="6545570" cy="5117122"/>
          </a:xfrm>
        </p:spPr>
        <p:txBody>
          <a:bodyPr>
            <a:normAutofit lnSpcReduction="10000"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Asks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first takes the user's action (like clicking a button or typing a comment).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Thinks: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hands that action over to the Back-End,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processes the 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decides what needs to happen next.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Remembers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Back-End asks the Database to either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new information or get the required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fetching all your old posts).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Delivery: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takes the final result and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it right back to the Front-End,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user can see the change on their screen!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 (Logging In):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Click &amp; Front-End Asks: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sends your details to the Back-End, which immediately checks the Database.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Sent &amp; Shown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sends the success/fail message back, and the Front-End instantly updates your scree</a:t>
            </a:r>
            <a:r>
              <a:rPr lang="en-US" dirty="0"/>
              <a:t>n.</a:t>
            </a:r>
            <a:endParaRPr lang="en-IN" dirty="0"/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4BAC68D6-CF21-0ABE-2600-DCDF3409B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6BC1E3B-5D64-35CE-59DB-72C383DD17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" t="2570" r="3541" b="4009"/>
          <a:stretch>
            <a:fillRect/>
          </a:stretch>
        </p:blipFill>
        <p:spPr>
          <a:xfrm>
            <a:off x="8100482" y="1600200"/>
            <a:ext cx="4091518" cy="3970606"/>
          </a:xfrm>
        </p:spPr>
      </p:pic>
    </p:spTree>
    <p:extLst>
      <p:ext uri="{BB962C8B-B14F-4D97-AF65-F5344CB8AC3E}">
        <p14:creationId xmlns:p14="http://schemas.microsoft.com/office/powerpoint/2010/main" val="217970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8E3AF2-0132-9BC4-039B-1F923CCA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298938"/>
            <a:ext cx="10018713" cy="203981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Frameworks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E1CB93-8573-4E61-1530-30FB4D03A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8" t="7575" r="5994" b="5070"/>
          <a:stretch>
            <a:fillRect/>
          </a:stretch>
        </p:blipFill>
        <p:spPr>
          <a:xfrm>
            <a:off x="2373086" y="1479619"/>
            <a:ext cx="8164285" cy="5008267"/>
          </a:xfrm>
        </p:spPr>
      </p:pic>
      <p:pic>
        <p:nvPicPr>
          <p:cNvPr id="3" name="Picture 2" descr="Best Engineering Colleges in Amalapuram | B Tech &amp; M Tech Colleges">
            <a:extLst>
              <a:ext uri="{FF2B5EF4-FFF2-40B4-BE49-F238E27FC236}">
                <a16:creationId xmlns:a16="http://schemas.microsoft.com/office/drawing/2014/main" id="{4E0AFD87-A61A-05AB-07F1-77D6A655A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224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09DA-2EEC-6758-CFC0-B51115F1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Full-Stack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679B-67F3-6A73-FBED-A4E20C736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2190750"/>
            <a:ext cx="4895056" cy="360044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 🛒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Dashboards 📈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📰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Tools 🔒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Back-Ends 🧠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Networking 👥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Trackers 💰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Systems 🤖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236C78-E9B0-18BB-1CE3-EAF28AAA5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817" y="2228850"/>
            <a:ext cx="4895056" cy="360044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Apps ⚡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Platforms 📚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&amp; Inventory 📦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as a Service 🌐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Fitness Trackers  💪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Back-Ends 📡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GIS/Mapping Tools 🗺️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Booking/Ticketing  </a:t>
            </a:r>
            <a:r>
              <a:rPr lang="en-IN" sz="2000" dirty="0"/>
              <a:t>🎟️</a:t>
            </a:r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AC45231C-42C4-D426-2C90-FF941EA70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009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5F6E-4848-B948-1110-6F8F989E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006" y="434715"/>
            <a:ext cx="9569295" cy="1050562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FULL-STACK PYTHON DEVELOPMENT</a:t>
            </a:r>
            <a:endParaRPr lang="en-IN" sz="2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06D7C-4D2B-5FB3-8C46-82C0E13EE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7150" y="2118895"/>
            <a:ext cx="8930748" cy="29028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Cost-Effectiveness for Businesses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Strong Community Support and Resources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Scalability and Robustness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Foundation for Advanced Technologies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Increased Job Opportunities and Flexibility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Efficient Development and Rapid Prototyping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357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A9F9-7F1E-8317-F2F0-8BCB9602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  <a:endParaRPr lang="en-IN" sz="4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34448-3678-73C9-F6C8-A553DDD9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Python Full Stack internship, I developed a web application using front-end and back-end technologies. I designed web pages using HTML, CSS, and JavaScript, and created the back-end using Python with Django or Flask. I connected the website to a database like MySQL to store data. Through this project, I learned how the front-end, back-end, and database work together to build a complete and functional web application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1" dirty="0"/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F9A62EEB-B5B6-A18F-FF21-DBBDAC94B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7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40C6-852D-49F6-4316-8CBA3450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9CEF-2F36-05F3-3788-57FE76E23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to make web pages using HTML, CSS, and JavaScript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to write back-end code using Python and Django/Flask.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to use databases like MySQL and MongoDB.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how front-end and back-end work together.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improved my problem-solving.</a:t>
            </a:r>
            <a:endParaRPr lang="en-IN" dirty="0"/>
          </a:p>
        </p:txBody>
      </p:sp>
      <p:pic>
        <p:nvPicPr>
          <p:cNvPr id="5" name="Picture 4" descr="Best Engineering Colleges in Amalapuram | B Tech &amp; M Tech Colleges">
            <a:extLst>
              <a:ext uri="{FF2B5EF4-FFF2-40B4-BE49-F238E27FC236}">
                <a16:creationId xmlns:a16="http://schemas.microsoft.com/office/drawing/2014/main" id="{ECB5DDBA-5FC9-8F18-6A26-8E8B59B23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684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CC0A-412D-F637-B75A-790D30B1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8" y="402772"/>
            <a:ext cx="3135086" cy="1230085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8AFF-2F50-E228-19F3-8F0E5595E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3" y="1344386"/>
            <a:ext cx="9173480" cy="41692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was a transformative experience, cementing my technical foundation in Python Full-Stack development. I successfully mastered the complete MVT (Model-View-Template) architecture using frameworks like Django, taking projects from database modeling to API design and deployment. Beyond coding, I gained practical exposure to Linux environments and the critical importance of application security. This work required me to adopt systematic, professional methodologies in version control and quality assurance. I now feel completely confident in my ability to manage the entire development lifecycle.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65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7744-089A-0B81-7095-3BAC144B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4819650"/>
          </a:xfrm>
        </p:spPr>
        <p:txBody>
          <a:bodyPr>
            <a:normAutofit/>
          </a:bodyPr>
          <a:lstStyle/>
          <a:p>
            <a:r>
              <a:rPr lang="en-US" sz="5000" b="1" normalizeH="1" dirty="0">
                <a:solidFill>
                  <a:schemeClr val="accent1">
                    <a:lumMod val="50000"/>
                  </a:schemeClr>
                </a:solidFill>
                <a:latin typeface="Wide Latin" panose="020A0A07050505020404" pitchFamily="18" charset="0"/>
              </a:rPr>
              <a:t>Thank you </a:t>
            </a:r>
            <a:endParaRPr lang="en-IN" sz="5000" b="1" normalizeH="1" dirty="0">
              <a:solidFill>
                <a:schemeClr val="accent1">
                  <a:lumMod val="50000"/>
                </a:schemeClr>
              </a:solidFill>
              <a:latin typeface="Wide Latin" panose="020A0A07050505020404" pitchFamily="18" charset="0"/>
            </a:endParaRPr>
          </a:p>
        </p:txBody>
      </p:sp>
      <p:pic>
        <p:nvPicPr>
          <p:cNvPr id="4" name="Picture 3" descr="Best Engineering Colleges in Amalapuram | B Tech &amp; M Tech Colleges">
            <a:extLst>
              <a:ext uri="{FF2B5EF4-FFF2-40B4-BE49-F238E27FC236}">
                <a16:creationId xmlns:a16="http://schemas.microsoft.com/office/drawing/2014/main" id="{C9EA7C23-E5D6-7B25-32A2-E93950536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" y="0"/>
            <a:ext cx="109728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028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649</TotalTime>
  <Words>1822</Words>
  <Application>Microsoft Office PowerPoint</Application>
  <PresentationFormat>Widescreen</PresentationFormat>
  <Paragraphs>153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Corbel</vt:lpstr>
      <vt:lpstr>Times New Roman</vt:lpstr>
      <vt:lpstr>Wide Latin</vt:lpstr>
      <vt:lpstr>Wingdings</vt:lpstr>
      <vt:lpstr>Parallax</vt:lpstr>
      <vt:lpstr>SRINIVASA INSTITUTE OF ENGINEERING AND TECHNOLOGY (UGC-Autonomous)  BACHELOR  OF  TECHNOLOGY IN      COMPUTER SCIENCE AND ENGINEERING       </vt:lpstr>
      <vt:lpstr>   Presented By : Bokka Hema Lakshmi Department   : Computer Science Engineering Duration          : 10 weeks  </vt:lpstr>
      <vt:lpstr>Contents:</vt:lpstr>
      <vt:lpstr>Introduction to python    </vt:lpstr>
      <vt:lpstr>What is full Stack?</vt:lpstr>
      <vt:lpstr>The Full-Stack Flow (Request-Response Cycle)</vt:lpstr>
      <vt:lpstr>           Front-End (The Client-Side)</vt:lpstr>
      <vt:lpstr>      Front-End Technologies</vt:lpstr>
      <vt:lpstr> Front-End Role</vt:lpstr>
      <vt:lpstr>Flow chart of front-end </vt:lpstr>
      <vt:lpstr>Back-End (The Server-Side)</vt:lpstr>
      <vt:lpstr>   Back-End Technologies</vt:lpstr>
      <vt:lpstr> Back-End Role</vt:lpstr>
      <vt:lpstr>Integration: Front-End &amp; Back-End</vt:lpstr>
      <vt:lpstr>Python Frameworks</vt:lpstr>
      <vt:lpstr>Python Full-Stack Applications</vt:lpstr>
      <vt:lpstr>SIGNIFICANCE OF FULL-STACK PYTHON DEVELOPMENT</vt:lpstr>
      <vt:lpstr>Project overview </vt:lpstr>
      <vt:lpstr> LEARNING OUTCOMES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</dc:creator>
  <cp:lastModifiedBy>hemalakshmi bokka</cp:lastModifiedBy>
  <cp:revision>41</cp:revision>
  <dcterms:created xsi:type="dcterms:W3CDTF">2025-10-21T14:45:24Z</dcterms:created>
  <dcterms:modified xsi:type="dcterms:W3CDTF">2025-11-19T04:45:58Z</dcterms:modified>
</cp:coreProperties>
</file>